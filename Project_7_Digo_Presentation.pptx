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4E52"/>
                </a:solidFill>
              </a:defRPr>
            </a:pPr>
            <a:r>
              <a:t>NEXTHIKES IT SOLUTIONS  •  DATA SCIENCE &amp; AI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1F2328"/>
                </a:solidFill>
              </a:defRPr>
            </a:pPr>
            <a:r>
              <a:t>Disaster Tweet Classification</a:t>
            </a:r>
          </a:p>
          <a:p>
            <a:pPr>
              <a:lnSpc>
                <a:spcPct val="110000"/>
              </a:lnSpc>
              <a:defRPr sz="4000" b="1">
                <a:solidFill>
                  <a:srgbClr val="1F2328"/>
                </a:solidFill>
              </a:defRPr>
            </a:pPr>
            <a:r>
              <a:t>Using 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400">
                <a:solidFill>
                  <a:srgbClr val="5A606A"/>
                </a:solidFill>
              </a:defRPr>
            </a:pPr>
            <a:r>
              <a:t>An end-to-end NLP system for emergency monitoring - from data audit and exploratory analysis through text preprocessing, feature engineering, sentiment analysis, classical machine learning, DistilBERT fine-tuning, and Streamlit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83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44E52"/>
                </a:solidFill>
              </a:defRPr>
            </a:pPr>
            <a:r>
              <a:t>Final model: Calibrated LinearSVC (tuned)   •   Accuracy 78.8%   •   F1 0.743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A606A"/>
                </a:solidFill>
              </a:defRPr>
            </a:pPr>
            <a:r>
              <a:t>Prepared by Bhawna Chouhan  |  Project 7  |  Final Submission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The Problem &amp; Objectives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Why keyword matching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Twitter is often faster than official channels during an emergency.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But disaster vocabulary is also everyday exaggeration vocabulary: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"Forest fire near La Ronge Sask. Canada"  →  REAL disaster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"that exam absolutely destroyed me"  →  NOT a disaster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"My new song is FIRE"  →  NOT a disaster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Searching for the word 'fire' flags all three. The real task is CONTEXTUAL UNDERSTANDING, not keyword lookup.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Objective: classify 1 = disaster-related, 0 = non-disaster — and judge it on operational metrics, because the two error types differ: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False negative = a real emergency missed (dangerous)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False positive = a false alarm (causes alarm fatigue)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Full lifecycle: Audit → EDA → Preprocessing → Keywords → Features → Sentiment → Vectorization → Split → Models → DistilBERT → Evaluation →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Dataset &amp; Data-Quality Audit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Every figure verified from the file itself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Rows ×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7,613 ×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Brief claimed 10,000 — the supplied file is what we use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Missing 'keyword'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61 (0.8%)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Nearly complete; curated metadata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Missing 'location'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2,534 (33.3%)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Unvalidated free text — excluded from the model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Duplicate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Row identity is clean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Duplicate tweet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Removed BEFORE splitting to prevent leakage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Contradictory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18 texts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Humans disagreed — sets a realistic accuracy ceiling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Non-disaster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4,342 (57.0%)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Majority class → 57% accuracy baseline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Disaster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3,271 (43.0%)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Mild imbalance → accuracy alone is misleading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The project statement describes 10,000 tweets; the supplied dataset contains 7,613. The supplied data was used as-is — no rows were synthesised. After removing duplicates and contradictions, 7,485 rows were modelled.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Keyword Analysis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The curated keyword separates the classes — but not the way you would expect</a:t>
            </a:r>
          </a:p>
        </p:txBody>
      </p:sp>
      <p:pic>
        <p:nvPicPr>
          <p:cNvPr id="3" name="Picture 2" descr="07_keywor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789920" cy="4231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The 'keyword' column separates classes strongly (~8% to ~95% disaster rate). But the pattern is NOT 'dramatic word = disaster': 'blazing', 'ruin' and 'aftershock' are mostly figurative, while 'wreckage' and 'derailment' are almost always literal. Excluded from the model anyway — it is dataset metadata a live user never supplies.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Frequency Is Not Discrimination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A common word is not necessarily a useful one</a:t>
            </a:r>
          </a:p>
        </p:txBody>
      </p:sp>
      <p:pic>
        <p:nvPicPr>
          <p:cNvPr id="3" name="Picture 2" descr="10_word_discri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8" y="1600200"/>
            <a:ext cx="9980118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Hundreds of NON-disaster tweets contain 'fire', 'destroyed' or 'crash' — the concrete reason keyword matching cannot solve this task. Note that 'wreck' and 'destroyed' sit near the ambiguous middle, because those are the words English speakers most often use figuratively.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Text Preprocessing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Cleaning that preserves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Preprocessing TRANSFORMS text; feature engineering MEASURES it. Different jobs.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URLs → 'urltoken', @mentions → 'usertoken' (the fact of a link is signal).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Hashtag words KEPT and CamelCase split: #CaliforniaWildfire → california wildfire.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Numbers KEPT: '13,000 evacuated', 'M5.8 earthquake' are meaningful.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NEGATION DELIBERATELY PRESERVED — the most deliberate decision here:</a:t>
            </a:r>
          </a:p>
          <a:p>
            <a:pPr lvl="1">
              <a:spcAft>
                <a:spcPts val="900"/>
              </a:spcAft>
              <a:defRPr sz="1400">
                <a:solidFill>
                  <a:srgbClr val="5A606A"/>
                </a:solidFill>
              </a:defRPr>
            </a:pPr>
            <a:r>
              <a:t>– standard cleaning:  "There is no flooding"  →  "flooding"   ✗ inverted</a:t>
            </a:r>
          </a:p>
          <a:p>
            <a:pPr lvl="1">
              <a:spcAft>
                <a:spcPts val="900"/>
              </a:spcAft>
              <a:defRPr sz="1400">
                <a:solidFill>
                  <a:srgbClr val="5A606A"/>
                </a:solidFill>
              </a:defRPr>
            </a:pPr>
            <a:r>
              <a:t>– our cleaning:       "There is no flooding"  →  "no flooding" ✓ correct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Necessary — but NOT sufficient. Slide 13 shows the model still misreads it.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One implementation, imported by notebook AND app — they cannot drift apart.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Feature Engineering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13 numeric features measured from the raw tweet</a:t>
            </a:r>
          </a:p>
        </p:txBody>
      </p:sp>
      <p:pic>
        <p:nvPicPr>
          <p:cNvPr id="3" name="Picture 2" descr="11_feature_effe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4137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Strongest signals: url_count (disaster tweets link to news) and mention_count (non-disaster tweets are conversational). Even these are only small effects — an honest finding, reported rather than oversold. 'keyword' and 'location' were deliberately EXCLUDED: they are dataset metadata a live user would not supply.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Sentiment Analysis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Implemented with VADER + TextBlob — and measured</a:t>
            </a:r>
          </a:p>
        </p:txBody>
      </p:sp>
      <p:pic>
        <p:nvPicPr>
          <p:cNvPr id="3" name="Picture 2" descr="13_sentim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207008"/>
            <a:ext cx="7406640" cy="47240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Disaster tweets are more negative and more objective. But sentiment answers a DIFFERENT question: a factual disaster report reads neutral, while 'this traffic is killing me' reads strongly negative. A sentiment-only rule performs WORSE than guessing the majority class — so it is a supporting signal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Vectorization &amp; Embeddings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Five distinct concepts — and none of them is label encoding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41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produces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Context-aware?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Used here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Tokenization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Text → list of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Bag of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Sparse term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Counts weighted by rarity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 — final model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Word2Vec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100-dim dense word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 (trained on corpus)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DistilBERT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768-dim contextual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Yes — fine-tuned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805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Vectorization is NOT label encoding — words are not ordered categories.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Word2Vec trained on our own corpus: no 822 MB GloVe download needed.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Static embeddings give 'fire' ONE vector — but our whole task is that 'forest fire' and 'song is fire' differ. Hence DistilBERT.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Model Comparison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All models on the same untouched test 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5744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DistilBERT (fine-tuned)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0.8303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0.8380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0.8237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Calibrated LinearSVC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0.7814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Linear SVC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0.7822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LogReg + engineered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0.7785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Logistic Regression (TF-IDF)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0.7782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LinearSVC + engineered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0.7296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0.7773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Linear SVC (TF-IDF + stemming)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0.7738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Random Forest (TF-IDF + SVD)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0.5752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0.7389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KNN (TF-IDF + SVD) [demo]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0.5768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0.6583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0.7273</a:t>
                      </a:r>
                    </a:p>
                  </a:txBody>
                  <a:tcPr/>
                </a:tc>
              </a:tr>
              <a:tr h="357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Baseline (majority class)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0.5738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2328"/>
                          </a:solidFill>
                        </a:defRPr>
                      </a:pPr>
                      <a:r>
                        <a:t>0.3646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Linear models dominate on sparse text. Random Forest and KNN underperform — confirming that tree and distance models are a poor fit for high-dimensional text, with evidence rather than assertion.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DistilBERT — Actually Fine-Tuned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The advanced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6 transformer layers, ~66M parameters, distilled from BERT-base.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Self-attention makes each word's vector depend on its SENTENCE — exactly what this task needs.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Model card reviewed: intended for fine-tuning; documented risks include biased predictions and English-only support.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A sentiment checkpoint would be the WRONG choice — different question. We fine-tuned the BASE checkpoint on our own labels.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Trained for real: 2 epochs, lr=3e-05, batch=32, on CPU — 15.0 minutes.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Result: accuracy 0.8303, F1 0.7894.</a:t>
            </a:r>
          </a:p>
          <a:p>
            <a:pPr>
              <a:spcAft>
                <a:spcPts val="900"/>
              </a:spcAft>
              <a:defRPr sz="1600">
                <a:solidFill>
                  <a:srgbClr val="1F2328"/>
                </a:solidFill>
              </a:defRPr>
            </a:pPr>
            <a:r>
              <a:t>• NOT deployed: ~255 MB exceeds GitHub's 100 MB file limit.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These are real numbers from a real training run, not quoted figures.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Evaluation &amp; Error Analysis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Calibrated LinearSVC (tuned)</a:t>
            </a:r>
          </a:p>
        </p:txBody>
      </p:sp>
      <p:pic>
        <p:nvPicPr>
          <p:cNvPr id="3" name="Picture 2" descr="17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480560" cy="3561833"/>
          </a:xfrm>
          <a:prstGeom prst="rect">
            <a:avLst/>
          </a:prstGeom>
        </p:spPr>
      </p:pic>
      <p:pic>
        <p:nvPicPr>
          <p:cNvPr id="4" name="Picture 3" descr="18_roc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31720"/>
            <a:ext cx="6400800" cy="2451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A606A"/>
                </a:solidFill>
              </a:defRPr>
            </a:pPr>
            <a:r>
              <a:t>Of 638 real disasters in the test set, the model found 458 (71.8%) and missed 180. Of its 595 alerts, 77.0% were correct. ROC-AUC 0.8421.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The Negation Finding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The most instructive result — and it did not go as predicted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89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429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Probe tweet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Deployed model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DistilBERT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"This traffic is killing me..."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WRONG (0.701)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correct (0.381)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"There is no flooding in our area..."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WRONG (0.854)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WRONG (0.915)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"The fire alarm was a false alarm..."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WRONG (0.819)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WRONG (0.550)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017520"/>
            <a:ext cx="10972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Hypothesis: self-attention should let 'no' modify 'flooding', fixing negation.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What DistilBERT DID fix — figurative language. 'Traffic is killing me' goes from a confident wrong answer to a correct one.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What it did NOT fix — negation. Both models still call 'no flooding' a disaster, and DistilBERT does so MORE confidently.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Why: the training data, not the architecture. Disaster words appear in ~3,000 tweets, almost all genuine reports; negated statements are rare, so both models learn an overwhelming 'flooding ⇒ disaster' prior.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Preprocessing DOES preserve the 'no' — preserving the token was necessary but not sufficient.</a:t>
            </a:r>
          </a:p>
          <a:p>
            <a:pPr>
              <a:spcAft>
                <a:spcPts val="900"/>
              </a:spcAft>
              <a:defRPr sz="1400">
                <a:solidFill>
                  <a:srgbClr val="1F2328"/>
                </a:solidFill>
              </a:defRPr>
            </a:pPr>
            <a:r>
              <a:t>• Reported as a real limitation in the notebook, README and the app's own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Final Model &amp; Streamlit Application</a:t>
            </a:r>
          </a:p>
          <a:p>
            <a:pPr>
              <a:defRPr sz="1400">
                <a:solidFill>
                  <a:srgbClr val="5A606A"/>
                </a:solidFill>
              </a:defRPr>
            </a:pPr>
            <a:r>
              <a:t>Chosen on evidence — then actually shipped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5577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3771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C44E5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Test F1 (disaster)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0.7429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0.7814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0.8421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Cross-validated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0.7611 ± 0.0162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Artifact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1.05 MB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Inference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sub-millisecond per tweet</a:t>
                      </a:r>
                    </a:p>
                  </a:txBody>
                  <a:tcPr/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Probability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328"/>
                          </a:solidFill>
                        </a:defRPr>
                      </a:pPr>
                      <a:r>
                        <a:t>Calibrated probability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F2328"/>
                </a:solidFill>
              </a:defRPr>
            </a:pPr>
            <a:r>
              <a:t>• Selected: Calibrated LinearSVC (tuned) — fits GitHub and Streamlit Cloud, calibrated, and linear enough to explain.</a:t>
            </a:r>
          </a:p>
          <a:p>
            <a:pPr>
              <a:spcAft>
                <a:spcPts val="900"/>
              </a:spcAft>
              <a:defRPr sz="1300">
                <a:solidFill>
                  <a:srgbClr val="1F2328"/>
                </a:solidFill>
              </a:defRPr>
            </a:pPr>
            <a:r>
              <a:t>• DistilBERT reported but not deployed (~244× larger, 159× slower).</a:t>
            </a:r>
          </a:p>
          <a:p>
            <a:pPr>
              <a:spcAft>
                <a:spcPts val="900"/>
              </a:spcAft>
              <a:defRPr sz="1300">
                <a:solidFill>
                  <a:srgbClr val="1F2328"/>
                </a:solidFill>
              </a:defRPr>
            </a:pPr>
            <a:r>
              <a:t>• THE APP  —  https://project7digo-6nxbuqxvpnitprohz9cjts.streamlit.app/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Branded dark UI: About Me / About the Project / Project Overview panels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Paste a tweet → colour-coded verdict + calibrated confidence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Tabs: how the model read the tweet, and sentiment shown SEPARATELY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Model-comparison panel: deployed model vs fine-tuned DistilBERT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Every figure read live from model_metadata.json — never hardcoded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Example tweets: literal / figurative / negation / ambiguous</a:t>
            </a:r>
          </a:p>
          <a:p>
            <a:pPr lvl="1">
              <a:spcAft>
                <a:spcPts val="900"/>
              </a:spcAft>
              <a:defRPr sz="1100">
                <a:solidFill>
                  <a:srgbClr val="5A606A"/>
                </a:solidFill>
              </a:defRPr>
            </a:pPr>
            <a:r>
              <a:t>– Validation, friendly errors, no tracebacks; negation weakness stated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328"/>
                </a:solidFill>
              </a:defRPr>
            </a:pPr>
            <a:r>
              <a:t>Conclusions, 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Delivered a working classifier at 78.8% accuracy / 0.743 F1 on held-out data, plus a working Streamlit app (verified locally; deployment-ready but not publicly hosted).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Honest findings worth stating: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Preprocessing choices moved the score less than cross-validation noise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Engineered features and sentiment added little over text alone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'keyword' was excluded despite being predictive — it would not exist live</a:t>
            </a:r>
          </a:p>
          <a:p>
            <a:pPr lvl="1">
              <a:spcAft>
                <a:spcPts val="900"/>
              </a:spcAft>
              <a:defRPr sz="1300">
                <a:solidFill>
                  <a:srgbClr val="5A606A"/>
                </a:solidFill>
              </a:defRPr>
            </a:pPr>
            <a:r>
              <a:t>– Negation defeats BOTH models — a data problem, not an architecture one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Limitations: negated statements misclassified; English only; 2015-era vocabulary; classifies language, not facts; no disaster-type label exists; sarcasm is hard.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Human annotators disagreed on 18 texts — ~100% accuracy would indicate leakage.</a:t>
            </a:r>
          </a:p>
          <a:p>
            <a:pPr>
              <a:spcAft>
                <a:spcPts val="900"/>
              </a:spcAft>
              <a:defRPr sz="1500">
                <a:solidFill>
                  <a:srgbClr val="1F2328"/>
                </a:solidFill>
              </a:defRPr>
            </a:pPr>
            <a:r>
              <a:t>• Future, in priority order: (1) augment training data with negated examples, (2) train DistilBERT longer, (3) modern labelled data, (4) DistilBERT behind an API, (5) explainability, (6) threshold tuned to an operational cost balance.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